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【講者備註】30 秒內先講這個作品解決了什麼、特色是什麼，讓評審先記住成果。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【講者備註】用一句話版本講完：這不是純運氣遊戲，而是可規劃、可反制、可演進的策略對戰。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【講者備註】這頁不談細節，只讓評審知道你交出的成果有差異、有完整度、有可展示性。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【講者備註】邊指流程邊講，重點是「玩家每一步都有可理解的策略選擇」。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【講者備註】這頁用「問題→設計→效果」講法，評審會快速感受到你在做產品思考。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【講者備註】強調「可重玩性」與「策略分歧」，這是校內評審常會加分的點。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【講者備註】你可把這頁重點放在「我負責讓規則穩定、流程可維護、對戰可擴充」。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【講者備註】這頁是加分頁，證明你是「會診斷問題、會做取捨」的人。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【講者備註】如果目前沒有正式問卷，先用測試觀察回饋，之後可替換成真實數據。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【講者備註】最後一句可固定為：「謝謝老師，我很期待把這套系統發展成更完整的作品。」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73152"/>
          </a:xfrm>
          <a:prstGeom prst="rect">
            <a:avLst/>
          </a:prstGeom>
          <a:solidFill>
            <a:srgbClr val="3FA7D6"/>
          </a:solidFill>
          <a:ln w="12700">
            <a:solidFill>
              <a:srgbClr val="3FA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Mine Chess 地雷棋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校內申請作品集簡報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結合地雷策略、進化系統與奪旗機制的回合制戰略遊戲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申請者：閻星澄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申請用途：校內作品審查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1920240"/>
            <a:ext cx="4754880" cy="356616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C8D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3520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Hero 截圖（請放最精彩戰局）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73152"/>
          </a:xfrm>
          <a:prstGeom prst="rect">
            <a:avLst/>
          </a:prstGeom>
          <a:solidFill>
            <a:srgbClr val="3FA7D6"/>
          </a:solidFill>
          <a:ln w="12700">
            <a:solidFill>
              <a:srgbClr val="3FA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專案一句話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為什麼做、給誰用、帶來什麼價值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6583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目的：打造一款兼具策略深度與可讀性的校園展示遊戲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目標使用者：喜歡戰略與回合制玩法的學生族群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核心價值：把「地雷不確定性」變成「可學習的策略決策」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0" y="1828800"/>
            <a:ext cx="3840480" cy="338328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C8D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3337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核心價值圖示/關鍵詞卡片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73152"/>
          </a:xfrm>
          <a:prstGeom prst="rect">
            <a:avLst/>
          </a:prstGeom>
          <a:solidFill>
            <a:srgbClr val="3FA7D6"/>
          </a:solidFill>
          <a:ln w="12700">
            <a:solidFill>
              <a:srgbClr val="3FA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成果總覽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三個最強賣點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3566160" cy="274320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玩法差異化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27432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地雷 + 奪旗 + 進化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機制互相牽制，對局變化高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965960"/>
            <a:ext cx="3566160" cy="274320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功能完成度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846320" y="27432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單位職能、AI 對戰、多語系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與核心回合流程已可運行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0" y="1965960"/>
            <a:ext cx="3566160" cy="274320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展示可讀性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641080" y="27432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分層清楚、資訊密度可控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適合評審快速理解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73152"/>
          </a:xfrm>
          <a:prstGeom prst="rect">
            <a:avLst/>
          </a:prstGeom>
          <a:solidFill>
            <a:srgbClr val="3FA7D6"/>
          </a:solidFill>
          <a:ln w="12700">
            <a:solidFill>
              <a:srgbClr val="3FA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核心玩法流程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 → 佈陣 → 行動/博弈 → 勝負回饋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965960" cy="109728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BFD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5603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開始對局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2679192"/>
            <a:ext cx="228600" cy="384048"/>
          </a:xfrm>
          <a:prstGeom prst="chevron">
            <a:avLst/>
          </a:prstGeom>
          <a:solidFill>
            <a:srgbClr val="3FA7D6"/>
          </a:solidFill>
          <a:ln w="12700">
            <a:solidFill>
              <a:srgbClr val="3FA7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2331720"/>
            <a:ext cx="1965960" cy="1097280"/>
          </a:xfrm>
          <a:prstGeom prst="roundRect">
            <a:avLst/>
          </a:prstGeom>
          <a:solidFill>
            <a:srgbClr val="F5FAFE"/>
          </a:solidFill>
          <a:ln w="12700">
            <a:solidFill>
              <a:srgbClr val="BFD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25603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佈陣與放置初始地雷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83480" y="2679192"/>
            <a:ext cx="228600" cy="384048"/>
          </a:xfrm>
          <a:prstGeom prst="chevron">
            <a:avLst/>
          </a:prstGeom>
          <a:solidFill>
            <a:srgbClr val="3FA7D6"/>
          </a:solidFill>
          <a:ln w="12700">
            <a:solidFill>
              <a:srgbClr val="3FA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2331720"/>
            <a:ext cx="1965960" cy="109728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BFD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21808" y="25603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回合制行動（移動/攻擊/技能）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2679192"/>
            <a:ext cx="228600" cy="384048"/>
          </a:xfrm>
          <a:prstGeom prst="chevron">
            <a:avLst/>
          </a:prstGeom>
          <a:solidFill>
            <a:srgbClr val="3FA7D6"/>
          </a:solidFill>
          <a:ln w="12700">
            <a:solidFill>
              <a:srgbClr val="3FA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2331720"/>
            <a:ext cx="1965960" cy="1097280"/>
          </a:xfrm>
          <a:prstGeom prst="roundRect">
            <a:avLst/>
          </a:prstGeom>
          <a:solidFill>
            <a:srgbClr val="F5FAFE"/>
          </a:solidFill>
          <a:ln w="12700">
            <a:solidFill>
              <a:srgbClr val="BFD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62088" y="25603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奪旗成功或關鍵擊破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64040" y="2679192"/>
            <a:ext cx="228600" cy="384048"/>
          </a:xfrm>
          <a:prstGeom prst="chevron">
            <a:avLst/>
          </a:prstGeom>
          <a:solidFill>
            <a:srgbClr val="3FA7D6"/>
          </a:solidFill>
          <a:ln w="12700">
            <a:solidFill>
              <a:srgbClr val="3FA7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0" y="2331720"/>
            <a:ext cx="1965960" cy="109728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BFD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02368" y="25603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結算與策略回顧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886200"/>
            <a:ext cx="10607040" cy="146304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C8D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4348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可放一張「流程對應的實際戰鬥畫面」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73152"/>
          </a:xfrm>
          <a:prstGeom prst="rect">
            <a:avLst/>
          </a:prstGeom>
          <a:solidFill>
            <a:srgbClr val="3FA7D6"/>
          </a:solidFill>
          <a:ln w="12700">
            <a:solidFill>
              <a:srgbClr val="3FA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代表功能 A：地雷情報與反制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問題：地雷機制容易變成純運氣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6217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解法：設計掃描、拆彈、搬運等單位職能，讓玩家可主動反制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成果：風險變成可管理資訊，不再只是踩中/沒踩中的隨機感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價值：策略深度提升，對戰決策更有學習曲線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223760" y="1828800"/>
            <a:ext cx="3931920" cy="347472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C8D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 A 戰鬥截圖（掃雷/反制）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73152"/>
          </a:xfrm>
          <a:prstGeom prst="rect">
            <a:avLst/>
          </a:prstGeom>
          <a:solidFill>
            <a:srgbClr val="3FA7D6"/>
          </a:solidFill>
          <a:ln w="12700">
            <a:solidFill>
              <a:srgbClr val="3FA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代表功能 B：進化系統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讓同一單位在不同局勢有不同成長策略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6309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設計：每個單位具備兩條進化路線，對應不同戰局需求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使用者好處：降低重複感，增加中後期決策層次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成果：同樣開局可導向不同打法，提升重玩性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223760" y="1828800"/>
            <a:ext cx="3931920" cy="347472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C8D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 B 截圖（進化樹/UI）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73152"/>
          </a:xfrm>
          <a:prstGeom prst="rect">
            <a:avLst/>
          </a:prstGeom>
          <a:solidFill>
            <a:srgbClr val="3FA7D6"/>
          </a:solidFill>
          <a:ln w="12700">
            <a:solidFill>
              <a:srgbClr val="3FA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技術實作精華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不只做畫面，也有完整工程結構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4389120" cy="347472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4E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488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技術棧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18 / TypeScript / Vite / Tailwind CSS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063240"/>
            <a:ext cx="3886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關鍵模組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 gameEngine.ts（規則與戰鬥計算）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 useGameAI.ts（AI 行動邏輯）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 useGameLoop.ts（回合循環與控制）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828800"/>
            <a:ext cx="5577840" cy="34747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4E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2057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架構簡圖（UI → Hooks → Engine）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89320" y="2697480"/>
            <a:ext cx="1554480" cy="8229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C3D7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29535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Components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2697480"/>
            <a:ext cx="1554480" cy="8229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C3D7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29535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Hooks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46920" y="2697480"/>
            <a:ext cx="1554480" cy="8229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C3D7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46920" y="29535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Engine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43800" y="3108960"/>
            <a:ext cx="256032" cy="0"/>
          </a:xfrm>
          <a:prstGeom prst="line">
            <a:avLst/>
          </a:prstGeom>
          <a:noFill/>
          <a:ln w="12700">
            <a:solidFill>
              <a:srgbClr val="3FA7D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72600" y="3108960"/>
            <a:ext cx="256032" cy="0"/>
          </a:xfrm>
          <a:prstGeom prst="line">
            <a:avLst/>
          </a:prstGeom>
          <a:noFill/>
          <a:ln w="12700">
            <a:solidFill>
              <a:srgbClr val="3FA7D6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73152"/>
          </a:xfrm>
          <a:prstGeom prst="rect">
            <a:avLst/>
          </a:prstGeom>
          <a:solidFill>
            <a:srgbClr val="3FA7D6"/>
          </a:solidFill>
          <a:ln w="12700">
            <a:solidFill>
              <a:srgbClr val="3FA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挑戰與解法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用工程思維把複雜系統做穩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257800" cy="356616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4E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9456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 1：地雷資訊與公平性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問題：地雷若過度隱藏，玩家會感到無力。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嘗試：只靠提示特效，但資訊不足。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最終解法：加入掃描/拆彈職能，建立可反制路徑。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37960" y="1965960"/>
            <a:ext cx="5257800" cy="356616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4E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219456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 2：回合流程與 AI 決策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74320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問題：回合狀態多，容易出現判定衝突。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嘗試：將邏輯分散在 UI，維護困難。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最終解法：集中在 hooks + engine 分層，降低耦合。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73152"/>
          </a:xfrm>
          <a:prstGeom prst="rect">
            <a:avLst/>
          </a:prstGeom>
          <a:solidFill>
            <a:srgbClr val="3FA7D6"/>
          </a:solidFill>
          <a:ln w="12700">
            <a:solidFill>
              <a:srgbClr val="3FA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成果與反饋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可量化成果 + 使用者感受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2788920" cy="1234440"/>
          </a:xfrm>
          <a:prstGeom prst="roundRect">
            <a:avLst/>
          </a:prstGeom>
          <a:solidFill>
            <a:srgbClr val="F2F8FF"/>
          </a:solidFill>
          <a:ln w="12700">
            <a:solidFill>
              <a:srgbClr val="C8DD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48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C5D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核心單位職能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5420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種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931920" y="1920240"/>
            <a:ext cx="2788920" cy="1234440"/>
          </a:xfrm>
          <a:prstGeom prst="roundRect">
            <a:avLst/>
          </a:prstGeom>
          <a:solidFill>
            <a:srgbClr val="F2F8FF"/>
          </a:solidFill>
          <a:ln w="12700">
            <a:solidFill>
              <a:srgbClr val="C8D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2148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C5D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主要進化路線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25420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條/單位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68680" y="3566160"/>
            <a:ext cx="2788920" cy="1234440"/>
          </a:xfrm>
          <a:prstGeom prst="roundRect">
            <a:avLst/>
          </a:prstGeom>
          <a:solidFill>
            <a:srgbClr val="F2F8FF"/>
          </a:solidFill>
          <a:ln w="12700">
            <a:solidFill>
              <a:srgbClr val="C8DD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794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C5D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語言支援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418795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繁中/簡中/英文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931920" y="3566160"/>
            <a:ext cx="2788920" cy="1234440"/>
          </a:xfrm>
          <a:prstGeom prst="roundRect">
            <a:avLst/>
          </a:prstGeom>
          <a:solidFill>
            <a:srgbClr val="F2F8FF"/>
          </a:solidFill>
          <a:ln w="12700">
            <a:solidFill>
              <a:srgbClr val="C8DD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3794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C5D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核心模式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418795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PvP + PvE(AI)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223760" y="1920240"/>
            <a:ext cx="3931920" cy="3611880"/>
          </a:xfrm>
          <a:prstGeom prst="roundRect">
            <a:avLst/>
          </a:prstGeom>
          <a:solidFill>
            <a:srgbClr val="F8FCF9"/>
          </a:solidFill>
          <a:ln w="12700">
            <a:solidFill>
              <a:srgbClr val="D2E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回饋摘錄（可替換）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52360" y="2697480"/>
            <a:ext cx="35204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「玩法有策略深度，不只是踩地雷運氣。」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「進化與奪旗讓戰局很有張力。」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「介面資訊清楚，觀戰也看得懂。」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73152"/>
          </a:xfrm>
          <a:prstGeom prst="rect">
            <a:avLst/>
          </a:prstGeom>
          <a:solidFill>
            <a:srgbClr val="3FA7D6"/>
          </a:solidFill>
          <a:ln w="12700">
            <a:solidFill>
              <a:srgbClr val="3FA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總結與下一步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我不只完成作品，也建立了可持續迭代能力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7498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這次收穫：把複雜規則轉為可維護的程式結構與可理解的玩家體驗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能力證明：需求拆解、機制設計、工程落地、迭代優化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下一步：平衡性調校、更多關卡/地圖、使用者測試與數據化評估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595360" y="1965960"/>
            <a:ext cx="2606040" cy="315468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29718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Q&amp;A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Mine Chess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 Chess 校內申請作品集</dc:title>
  <dc:subject>校內申請作品集</dc:subject>
  <dc:creator>Yan Xingcheng</dc:creator>
  <cp:lastModifiedBy>Yan Xingcheng</cp:lastModifiedBy>
  <cp:revision>1</cp:revision>
  <dcterms:created xsi:type="dcterms:W3CDTF">2026-04-20T23:50:23Z</dcterms:created>
  <dcterms:modified xsi:type="dcterms:W3CDTF">2026-04-20T23:50:23Z</dcterms:modified>
</cp:coreProperties>
</file>